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image" Target="../media/image-4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image" Target="../media/image-5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image" Target="../media/image-5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vs. pop culture · pick a side of the room · last one standing wins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Grade American Studies · Week One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play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685800" cy="68580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83080" y="15544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— history or pop culture — appear on screen — one on the LEFT, one on the RIGHT.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685800" cy="6858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83080" y="26974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the side of the room matching the one you think came FIRST. You have 15 seconds. Commit!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685800" cy="68580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40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83080" y="38404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revealed. If you were wrong, sit down where you are.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685800" cy="6858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49834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standing at the end? You are the class historian — until someone beats you next round.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tip: anyone who sat down becomes a judge — judges vote on ties and heckle respectfully.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jamestow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Jamestown founded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mayflow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Mayflower lands at Plymouth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jamestow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Jamestown founded — 1607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mayflow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Mayflower lands at Plymouth — 1620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Jamestown, Virginia beat the Pilgrims by 13 years — England's first permanent colony in North America.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ninten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Nintendo is founded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cocacol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Coca-Cola is invented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ninten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Nintendo is founded — 1889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cocacol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Coca-Cola is invented — 1886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(1886) is three years older than Nintendo (1889) — which started out selling handmade playing cards in Kyoto, Japan.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liber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Statue of Liberty is dedicated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basketba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Basketball is invented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liber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Statue of Liberty is dedicated — 1886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basketba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Basketball is invented — 1891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 Liberty (1886) is five years older than basketball — Naismith didn't nail up his peach baskets until 1891.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ferriswhe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Ferris wheel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ellisislan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Ellis Island opens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ferriswhe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Ferris wheel — 1893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ellisislan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Ellis Island opens — 1892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 Island opened in 1892; the first Ferris wheel spun a year later at the Chicago World's Fair.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ponyexpres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Pony Express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telegrap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Morse's first telegraph message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ponyexpres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Pony Express — 1860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telegrap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Morse's first telegraph message — 1844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Surprise: the telegraph is OLDER than the Pony Express — and it's what put the Pony Express out of business after just 18 months.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teddybe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teddy bear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icecreamc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ice cream cone takes off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6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teddybe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teddy bear — 1902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icecreamc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ice cream cone takes off — 1904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teddy bear came first — named for President Theodore Roosevelt after a 1902 hunting trip. The cone took off at the 1904 St. Louis World's Fair.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ore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Oreo cookie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fligh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Wright brothers fly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7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ore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Oreo cookie — 1912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fligh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Wright brothers fly — 1903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Airplanes are older than Oreos — the Wrights flew in 1903; Oreos didn't hit shelves until 1912.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model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Ford's Model T debuts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titani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Titanic sinks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8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model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Ford's Model T debuts — 1908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titani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Titanic sinks — 1912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 (1908) was already on the road for four years when the Titanic went down in 1912.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tv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Television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slicedbrea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Sliced bread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9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tv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Television — 1927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slicedbrea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Sliced bread — 1928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Television is older than sliced bread — Farnsworth transmitted an image in 1927; pre-sliced loaves hit stores in 1928. So TV is literally the greatest thing since... nothing.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superm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Superman debuts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micke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Mickey Mouse debuts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10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superm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Superman debuts — 1938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micke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Mickey Mouse debuts — 1928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Mickey premiered in Steamboat Willie in 1928 — Superman didn't leap into Action Comics #1 until 1938.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cooki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chocolate chip cookie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goldenga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Gate Bridge opens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11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cooki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chocolate chip cookie — 1938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goldenga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Gate Bridge opens — 1937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opened in 1937; Ruth Wakefield's Toll House chocolate chip cookie followed in 1938. The Golden Gate is older than the chocolate chip cookie.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mcdonald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McDonald's opens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microwav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microwave oven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12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mcdonald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McDonald's opens — 1940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microwav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microwave oven — 1946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McDonald brothers opened their first restaurant in 1940 — six years before the microwave even existed.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barbi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Barbie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potatohea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Potato Head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13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barbi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Barbie — 1959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potatohea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Potato Head — 1952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Potato Head beat Barbie by seven years — and was the first toy ever advertised on television.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frisbe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Frisbee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leg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LEGO brick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14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frisbe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Frisbee — 1957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leg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LEGO brick — 1958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Wham-O's flying disc (1957) edged out the modern LEGO brick (1958) by a single year.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dynata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handheld cell phone call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arpane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internet's first message (ARPANET)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15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dynata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handheld cell phone call — 1973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arpane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internet's first message (ARPANET) — 1969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is older than the cell phone — ARPANET sent its first message in 1969, four years before the first handheld call in 1973.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po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Pong — the video game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starwar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Wars hits theaters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16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po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Pong — the video game — 1972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starwar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Wars hits theaters — 1977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 (1972) beat Star Wars (1977) to the screen by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gamebo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Boy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pacm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Pac-Man hits arcades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17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gamebo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Boy — 1989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pacm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Pac-Man hits arcades — 1980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Pac-Man chomped first in 1980 — the Game Boy didn't arrive until 1989.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simps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Simpsons premieres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pokem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Pokémon launches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18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simps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Simpsons premieres — 1989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pokem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Pokémon launches — 1996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Simpsons premiered in 1989 — Pokémon didn't exist until 1996. Bart Simpson is older than Pikachu.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playsta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PlayStation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ww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Wide Web goes public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19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playsta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PlayStation — 1994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ww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Wide Web goes public — 1991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went public in 1991; the PlayStation arrived three years later.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spongebo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SpongeBob premieres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googl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is founded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20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spongebo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SpongeBob premieres — 1999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googl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is founded — 1998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(1998) is one year older than SpongeBob (1999).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xbox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Xbox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faceboo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launches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21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xbox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Xbox — 2001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faceboo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launches — 2004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Xbox (2001) is older than Facebook (2004) — gamers were online before social media was.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roblox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Roblox launches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youtub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launches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22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roblox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Roblox launches — 2006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youtub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launches — 2005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(2005) beat Roblox (2006) by a year — both are older than every 8th grader in this room.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iph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iPhone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instagra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launches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23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iph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iPhone — 2007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instagra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launches — 2010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iPhone, no Instagram — the phone (2007) came three years before the app (2010).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airpod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AirPods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snapcha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Snapchat launches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24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airpod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AirPods — 2016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snapcha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Snapchat launches — 2011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(2011) is five years older than AirPods (2016).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minecraf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Minecraft (full release)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alex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Amazon's Alexa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25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5" name="Image 0" descr="/home/claude/assets/web/minecraf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Minecraft (full release) — 2011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alex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Amazon's Alexa — 2014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Minecraft's full release (2011) came three years before anyone could say 'Alexa, play music' (2014).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came first?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chatgp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8" name="Image 1" descr="/home/claude/assets/web/fortni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Fortnite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641848" y="3383280"/>
            <a:ext cx="914400" cy="91440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1" name="Text 7"/>
          <p:cNvSpPr/>
          <p:nvPr/>
        </p:nvSpPr>
        <p:spPr>
          <a:xfrm>
            <a:off x="564184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26 · ANSWER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sit down if you guessed wrong!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pic>
        <p:nvPicPr>
          <p:cNvPr id="5" name="Image 0" descr="/home/claude/assets/web/chatgp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9377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— 2022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1072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EC"/>
          </a:solidFill>
          <a:ln w="38100">
            <a:solidFill>
              <a:srgbClr val="4A6741"/>
            </a:solidFill>
            <a:prstDash val="solid"/>
          </a:ln>
        </p:spPr>
      </p:sp>
      <p:pic>
        <p:nvPicPr>
          <p:cNvPr id="8" name="Image 1" descr="/home/claude/assets/web/fortni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691640"/>
            <a:ext cx="49377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9672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Fortnite — 2017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Fortnite (2017) beat ChatGPT (2022) by five years — battle royale before chatbots.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00000"/>
                </a:solidFill>
              </a:rPr>
              <a:t>🏆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a class historian!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Champion's name goes on the board — defend your title at the next showdown.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2026-08-03T16:12:50Z</dcterms:created>
  <dcterms:modified xsi:type="dcterms:W3CDTF">2026-08-03T16:12:50Z</dcterms:modified>
</cp:coreProperties>
</file>