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6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SUMMER 2026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EVENTS SHOWDOWN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749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· sports · movies · music · one sneaky history question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answer on whiteboards · 1 point per correct answer · tiebreaker decides all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C75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0" y="411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July 4, 2026, the United States celebrated a very big birthday. Which one?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429000"/>
            <a:ext cx="548640" cy="54864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32918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200th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429768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4434840"/>
            <a:ext cx="548640" cy="54864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429768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225th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2960" y="530352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5440680"/>
            <a:ext cx="548640" cy="54864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530352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250th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C75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95360" y="411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spc="2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ANSWER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250th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280160" y="3657600"/>
            <a:ext cx="9601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3840480"/>
            <a:ext cx="9052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Declaration of Independence was adopted July 4, 1776 — this summer was the nation's 250th, the 'semiquincentennial.' We'll spend all year with the people who started that story.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C75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0" y="411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250th birthday even has an official tongue-twister name. What is it?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429000"/>
            <a:ext cx="548640" cy="54864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32918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Sestercentennial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429768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4434840"/>
            <a:ext cx="548640" cy="54864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429768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Semiquincentennial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2960" y="530352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5440680"/>
            <a:ext cx="548640" cy="548640"/>
          </a:xfrm>
          <a:prstGeom prst="ellipse">
            <a:avLst/>
          </a:prstGeom>
          <a:solidFill>
            <a:srgbClr val="C75B2A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530352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Quarter-Millennium Jubilee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C75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95360" y="411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spc="2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ANSWER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The Semiquincentennial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280160" y="3657600"/>
            <a:ext cx="9601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3840480"/>
            <a:ext cx="9052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Semiquincentennial — try saying it five times fast. You'll also see it branded as 'America250.'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4A67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0" y="411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gigantic sports tournament was played across the U.S., Canada, and Mexico this summer. What was it?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429000"/>
            <a:ext cx="548640" cy="54864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32918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Olympics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429768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4434840"/>
            <a:ext cx="548640" cy="54864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429768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FIFA World Cup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2960" y="530352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5440680"/>
            <a:ext cx="548640" cy="54864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530352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Rugby World Cup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4A67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95360" y="411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spc="2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ANSWER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The FIFA World Cup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280160" y="3657600"/>
            <a:ext cx="9601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3840480"/>
            <a:ext cx="9052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FIFA World Cup — the first ever hosted by three countries, with matches in Seattle among the host cities.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4A67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0" y="411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national teams played in this World Cup — the biggest ever?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429000"/>
            <a:ext cx="548640" cy="54864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32918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429768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4434840"/>
            <a:ext cx="548640" cy="54864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429768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2960" y="530352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5440680"/>
            <a:ext cx="548640" cy="54864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530352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4A67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95360" y="411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spc="2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ANSWER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48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280160" y="3657600"/>
            <a:ext cx="9601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3840480"/>
            <a:ext cx="9052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teams, expanded from 32 — more countries than ever got their shot.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4A67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0" y="411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won the World Cup final on July 19?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429000"/>
            <a:ext cx="548640" cy="54864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32918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429768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4434840"/>
            <a:ext cx="548640" cy="54864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429768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2960" y="530352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5440680"/>
            <a:ext cx="548640" cy="54864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530352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4A67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95360" y="411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spc="2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· ANSWER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Spain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280160" y="3657600"/>
            <a:ext cx="9601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3840480"/>
            <a:ext cx="9052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beat Argentina 1–0 in a grinder of a final.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4A67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0" y="411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was that World Cup final played?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429000"/>
            <a:ext cx="548640" cy="54864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32918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 Stadium, New Jersey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429768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4434840"/>
            <a:ext cx="548640" cy="54864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429768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 Stadium, Los Angeles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2960" y="530352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5440680"/>
            <a:ext cx="548640" cy="54864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530352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Azteca, Mexico City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4A67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95360" y="411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spc="2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· ANSWER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MetLife Stadium, New Jersey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280160" y="3657600"/>
            <a:ext cx="9601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3840480"/>
            <a:ext cx="9052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 Stadium just outside New York City — over 80,000 fans.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4A67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0" y="411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NBA team won the 2026 championship — their first title since 1973?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429000"/>
            <a:ext cx="548640" cy="54864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32918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Antonio Spurs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429768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4434840"/>
            <a:ext cx="548640" cy="54864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429768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Knicks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2960" y="530352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5440680"/>
            <a:ext cx="548640" cy="54864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530352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Oklahoma City Thunder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4A67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95360" y="411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spc="2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· ANSWER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New York Knicks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280160" y="3657600"/>
            <a:ext cx="9601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3840480"/>
            <a:ext cx="9052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Knicks ended a 53-year drought, beating the Spurs in five games.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4A67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0" y="411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took home Finals MVP for the Knicks?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429000"/>
            <a:ext cx="548640" cy="54864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32918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Jalen Brunson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429768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4434840"/>
            <a:ext cx="548640" cy="54864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429768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Karl-Anthony Towns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2960" y="530352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5440680"/>
            <a:ext cx="548640" cy="54864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530352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 Hart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4A67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95360" y="411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spc="2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· ANSWER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Jalen Brunson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280160" y="3657600"/>
            <a:ext cx="9601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3840480"/>
            <a:ext cx="9052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Jalen Brunson won the Bill Russell Trophy.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6B4C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0" y="411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Christopher Nolan's giant July movie is based on an ancient Greek epic poem. Which one?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429000"/>
            <a:ext cx="548640" cy="548640"/>
          </a:xfrm>
          <a:prstGeom prst="ellipse">
            <a:avLst/>
          </a:prstGeom>
          <a:solidFill>
            <a:srgbClr val="6B4C8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32918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Iliad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429768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4434840"/>
            <a:ext cx="548640" cy="548640"/>
          </a:xfrm>
          <a:prstGeom prst="ellipse">
            <a:avLst/>
          </a:prstGeom>
          <a:solidFill>
            <a:srgbClr val="6B4C8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429768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Odyssey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2960" y="530352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5440680"/>
            <a:ext cx="548640" cy="548640"/>
          </a:xfrm>
          <a:prstGeom prst="ellipse">
            <a:avLst/>
          </a:prstGeom>
          <a:solidFill>
            <a:srgbClr val="6B4C8A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530352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Aeneid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6B4C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95360" y="411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spc="2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· ANSWER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The Odyssey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280160" y="3657600"/>
            <a:ext cx="9601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3840480"/>
            <a:ext cx="9052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Odyssey, with Matt Damon and Tom Holland — a 2,700-year-old story still selling out theaters. Old stories have power; that's kind of our whole class.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6B4C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0" y="411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DC superhero got their own movie this summer?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429000"/>
            <a:ext cx="548640" cy="548640"/>
          </a:xfrm>
          <a:prstGeom prst="ellipse">
            <a:avLst/>
          </a:prstGeom>
          <a:solidFill>
            <a:srgbClr val="6B4C8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32918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Supergirl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429768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4434840"/>
            <a:ext cx="548640" cy="548640"/>
          </a:xfrm>
          <a:prstGeom prst="ellipse">
            <a:avLst/>
          </a:prstGeom>
          <a:solidFill>
            <a:srgbClr val="6B4C8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429768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Batgirl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2960" y="530352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5440680"/>
            <a:ext cx="548640" cy="548640"/>
          </a:xfrm>
          <a:prstGeom prst="ellipse">
            <a:avLst/>
          </a:prstGeom>
          <a:solidFill>
            <a:srgbClr val="6B4C8A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530352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Lantern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6B4C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95360" y="411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spc="2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· ANSWER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Supergirl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280160" y="3657600"/>
            <a:ext cx="9601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3840480"/>
            <a:ext cx="9052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Supergirl hit theaters as one of summer 2026's biggest releases.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B88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0" y="411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Song-of-the-summer contender 'I Knew It, I Knew You' is by which artist?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429000"/>
            <a:ext cx="548640" cy="548640"/>
          </a:xfrm>
          <a:prstGeom prst="ellipse">
            <a:avLst/>
          </a:prstGeom>
          <a:solidFill>
            <a:srgbClr val="B8893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32918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Olivia Rodrigo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429768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4434840"/>
            <a:ext cx="548640" cy="548640"/>
          </a:xfrm>
          <a:prstGeom prst="ellipse">
            <a:avLst/>
          </a:prstGeom>
          <a:solidFill>
            <a:srgbClr val="B8893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429768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Swift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2960" y="530352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5440680"/>
            <a:ext cx="548640" cy="548640"/>
          </a:xfrm>
          <a:prstGeom prst="ellipse">
            <a:avLst/>
          </a:prstGeom>
          <a:solidFill>
            <a:srgbClr val="B8893B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530352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Ariana Grande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B88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95360" y="411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spc="2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· ANSWER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Taylor Swift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280160" y="3657600"/>
            <a:ext cx="9601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3840480"/>
            <a:ext cx="9052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Swift — one of Forbes' picks for song of the summer.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B88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0" y="411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Olivia Rodrigo's summer hit has a very honest title. What is it actually called?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429000"/>
            <a:ext cx="548640" cy="548640"/>
          </a:xfrm>
          <a:prstGeom prst="ellipse">
            <a:avLst/>
          </a:prstGeom>
          <a:solidFill>
            <a:srgbClr val="B8893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32918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'stupid song'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429768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4434840"/>
            <a:ext cx="548640" cy="548640"/>
          </a:xfrm>
          <a:prstGeom prst="ellipse">
            <a:avLst/>
          </a:prstGeom>
          <a:solidFill>
            <a:srgbClr val="B8893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429768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'bad idea'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2960" y="530352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5440680"/>
            <a:ext cx="548640" cy="548640"/>
          </a:xfrm>
          <a:prstGeom prst="ellipse">
            <a:avLst/>
          </a:prstGeom>
          <a:solidFill>
            <a:srgbClr val="B8893B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530352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'whatever'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B88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95360" y="411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spc="2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· ANSWER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'stupid song'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280160" y="3657600"/>
            <a:ext cx="9601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3840480"/>
            <a:ext cx="9052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literally titled 'stupid song' — and it was everywhere.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B88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0" y="411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K-pop superstars came back this summer with the single 'SWIM'?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429000"/>
            <a:ext cx="548640" cy="548640"/>
          </a:xfrm>
          <a:prstGeom prst="ellipse">
            <a:avLst/>
          </a:prstGeom>
          <a:solidFill>
            <a:srgbClr val="B8893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32918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Stray Kids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429768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4434840"/>
            <a:ext cx="548640" cy="548640"/>
          </a:xfrm>
          <a:prstGeom prst="ellipse">
            <a:avLst/>
          </a:prstGeom>
          <a:solidFill>
            <a:srgbClr val="B8893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429768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2960" y="530352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5440680"/>
            <a:ext cx="548640" cy="548640"/>
          </a:xfrm>
          <a:prstGeom prst="ellipse">
            <a:avLst/>
          </a:prstGeom>
          <a:solidFill>
            <a:srgbClr val="B8893B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530352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SEVENTEEN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B88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95360" y="411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spc="2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 · ANSWER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BTS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280160" y="3657600"/>
            <a:ext cx="9601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3840480"/>
            <a:ext cx="9052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— back together and straight onto the song-of-summer lists.</a:t>
            </a:r>
            <a:endParaRPr lang="en-US" sz="1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1B2D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0" y="411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Time-travel check: which of these did NOT exist in summer 1776, when the Declaration was signed?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429000"/>
            <a:ext cx="548640" cy="548640"/>
          </a:xfrm>
          <a:prstGeom prst="ellipse">
            <a:avLst/>
          </a:prstGeom>
          <a:solidFill>
            <a:srgbClr val="1B2D45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32918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429768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4434840"/>
            <a:ext cx="548640" cy="548640"/>
          </a:xfrm>
          <a:prstGeom prst="ellipse">
            <a:avLst/>
          </a:prstGeom>
          <a:solidFill>
            <a:srgbClr val="1B2D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429768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'teenager'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2960" y="530352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5440680"/>
            <a:ext cx="548640" cy="548640"/>
          </a:xfrm>
          <a:prstGeom prst="ellipse">
            <a:avLst/>
          </a:prstGeom>
          <a:solidFill>
            <a:srgbClr val="1B2D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530352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Fireworks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1B2D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95360" y="411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spc="2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 · ANSWER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6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The word 'teenager'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280160" y="3657600"/>
            <a:ext cx="9601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6CF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3840480"/>
            <a:ext cx="9052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'Teenager' wasn't coined until the 1940s. Newspapers and fireworks were both very much around — Adams even predicted Americans would celebrate independence with 'illuminations.'</a:t>
            </a:r>
            <a:endParaRPr lang="en-US" sz="1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C75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0" y="411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C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question — no points: what was YOUR headline of the summer?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33832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6576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your table group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434840" y="3657600"/>
            <a:ext cx="33832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36576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seconds each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46720" y="3657600"/>
            <a:ext cx="3383280" cy="1280160"/>
          </a:xfrm>
          <a:prstGeom prst="roundRect">
            <a:avLst>
              <a:gd name="adj" fmla="val 8571"/>
            </a:avLst>
          </a:prstGeom>
          <a:solidFill>
            <a:srgbClr val="C75B2A"/>
          </a:solidFill>
          <a:ln w="19050">
            <a:solidFill>
              <a:srgbClr val="D6CF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36576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 first!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scores!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40080" y="3474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Tiebreaker: closest guess wins — how many people attended the World Cup final at MetLife Stadium? (82,000+)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2026-07-28T16:32:34Z</dcterms:created>
  <dcterms:modified xsi:type="dcterms:W3CDTF">2026-07-28T16:32:34Z</dcterms:modified>
</cp:coreProperties>
</file>